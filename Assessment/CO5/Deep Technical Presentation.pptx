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0D05-CBD5-EA61-04DD-A072967AD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C93C6-1877-DCAA-E1D5-890195FD9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FEA5C-F14A-D21F-B9F9-5F36C2B6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60A9-C792-E8A0-8740-A50E202C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DB69A-AA38-964D-7E32-F31C83B7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04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D1B9-5D8B-90B4-77EA-297B9F74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DC6E2-C29B-56DE-5775-E4B489B77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38CAC-8EB4-2F2F-46AF-85E55431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8930-F136-28AF-0128-3B67928E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A6EC-8056-B84C-6025-F9E21A26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64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F4E9-4174-54EE-F99F-A126B892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013E-D025-1FF6-0A78-5B3F63A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9C8C-4671-C958-81D4-7571D712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95057-3F86-C408-485A-A1FAE9AD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72698-9705-E201-22CF-D882BE9B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4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012AD-8CF1-043E-41B0-586F83B4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A24B-F802-B057-537C-56A95C138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53233-4687-8315-C9B8-88F4B038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167CC-3241-EE19-9D2B-EE397C46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BF464-6958-7720-1FD5-CE0A040E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1099A-3BAB-ECF0-8879-5B2CCC72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4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E3EE-CA61-9706-D6DC-565ADDEE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8E2B1-74C1-F2A6-A9E2-285E8E1C5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6F9F6-7A70-9C15-2B8C-5D1C30AB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7F183-540E-36B6-929F-5429B7B5E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0DFAD-A5AC-D60E-6A94-4E3AE8828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EA3DF-9DF2-D6E3-C757-590AFBD9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7F7A5-7BF4-CB22-4395-8D293847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478C0-32BC-F0BD-A8D7-D866C7D7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9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437F-5D03-A45F-5867-6ED927BA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CE2D5-9C86-238F-B025-7928BDBD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E959E-E7BA-5BF6-13FD-31E71A19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AB6B4-3FC4-7849-4EE6-50ECF8AA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4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3F998-4679-0032-A9C5-0F2DDADF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1BB8B-F64E-5DCF-14ED-3F2611B9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EFA07-3DCC-7B12-E55D-45358FF1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2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53DDC-47D1-F1A8-FA89-694DA10D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3C46-C491-3B30-EBE8-65AEC9EDD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C9B7E-108E-85C7-3F57-B8DDD9BBE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F95E6-FD58-14E0-243A-5123D5DB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424E-DAA4-ECFB-F8E1-857D1FDBF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D9B77-B2BC-67D5-E099-1BB66CD6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54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C4AB-54B3-2119-44D1-345F5DA6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CF2D3-11EF-DEC8-EE86-DE45D3C34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926FD-1F98-8E76-772B-4537B23CC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17B90-F64F-6B01-191D-ACE1B39A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3DE85-90B1-5C55-A7E4-D217A82F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7C133-2808-74D4-B492-714638F2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8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1C08-A963-DB4C-C373-A3669C3D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64B30-9A7D-0132-10A3-94C84E70F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0DE80-D4F4-F288-8B79-90E3D0DA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C10B1-3C82-8753-3EF6-055808D72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78588-B892-5511-63AA-1430D510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5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93D6E-F68D-1FA3-7B43-8DC1BEB84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2B858-83B7-804A-F04D-45F514E30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ECC65-6323-5707-FFFD-25CAF3A5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7B36-7F75-41C7-36CA-2B3B001A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DA09-67F0-4E3D-F275-222BF1D1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51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57F52-13D2-DEA9-EDAD-CD1FD663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BF409-F6DB-EC6C-E891-565E82AC9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07B13-57D5-9945-EE89-A9AC82F67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A3AA6-7A98-499B-82CF-28F061E0FA5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11BB8-00BC-5A38-29E2-A123CDFD0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0F662-9085-0A60-24DB-DA56CC7D9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3F8C6-B958-4FE4-A9CB-25DF68286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71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0B71-F870-4A9F-56AE-9654A7105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886" y="2947765"/>
            <a:ext cx="9144000" cy="96246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Generative Adversarial Networks (GANs)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5DFAB-E47E-EEA6-3811-C0DAD941A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774" y="4904640"/>
            <a:ext cx="4678680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KUMARAN M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192525022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A7E67-AD6E-7412-5EF7-2C3E25BF6204}"/>
              </a:ext>
            </a:extLst>
          </p:cNvPr>
          <p:cNvSpPr txBox="1"/>
          <p:nvPr/>
        </p:nvSpPr>
        <p:spPr>
          <a:xfrm>
            <a:off x="734424" y="4904640"/>
            <a:ext cx="3584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DR.SUDHAGAR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F3743A2-5C6F-BCCE-2459-F48E96DA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801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EF3221-BD38-5C7A-7D5C-5E30E7245290}"/>
              </a:ext>
            </a:extLst>
          </p:cNvPr>
          <p:cNvSpPr txBox="1"/>
          <p:nvPr/>
        </p:nvSpPr>
        <p:spPr>
          <a:xfrm>
            <a:off x="1844682" y="506464"/>
            <a:ext cx="82124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A5E10FF-1C27-FCB9-2210-940A61D6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1666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53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13B4-637A-C0BD-A36A-BC5D2352A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406" y="-748253"/>
            <a:ext cx="9144000" cy="188468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4B07B-600F-F6FB-3427-F2728135F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5688"/>
            <a:ext cx="9144000" cy="3182112"/>
          </a:xfrm>
        </p:spPr>
        <p:txBody>
          <a:bodyPr>
            <a:normAutofit fontScale="85000"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deep learning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create new data similar to real training data.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consist of two neural networks: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networks compete during training.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8920B52-BCE4-077A-E9C0-5362FD7BA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32" y="31718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0D726B7-4CA0-2B7E-DD45-E0391052F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966" y="31718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9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9BE7-C660-AA62-D834-75795EDF3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68" y="495172"/>
            <a:ext cx="9144000" cy="63328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F3020-DE25-EAA3-FFF4-8E7C891BC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09928"/>
            <a:ext cx="9144000" cy="3703320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random noise vector as input.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noise into synthetic data.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to generate data that looks real.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goal is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fool the discriminator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EEA2799-8DF0-60F6-D057-6A044630F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68" y="36175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D1987A9-4F9F-55E8-F188-6FBC2414A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230" y="462597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47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1B31-7AB1-A231-9CEA-446C56AD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56" y="207963"/>
            <a:ext cx="9144000" cy="109048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15BA3-31DF-7125-01E4-A86842865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528" y="2075688"/>
            <a:ext cx="9144000" cy="2112264"/>
          </a:xfrm>
        </p:spPr>
        <p:txBody>
          <a:bodyPr>
            <a:normAutofit fontScale="850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both real and generated data.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probability indicating whether the input is real or fake.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to identify generated samples.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goal is to correctly distinguish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from fake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F4687B8-BB7E-6409-AC9F-80D07A056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18" y="34204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F8A73F1-5DA4-8280-4A3E-2F609D538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304" y="41148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57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DBC0-B50E-4B92-9E22-9B25FE066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088" y="912051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A1484-F1DD-3045-10CD-7A05D2F72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272" y="2212848"/>
            <a:ext cx="9144000" cy="2642616"/>
          </a:xfrm>
        </p:spPr>
        <p:txBody>
          <a:bodyPr>
            <a:normAutofit fontScale="850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instability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collapse – generator produces limited varieties of samples.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balance Generator and Discriminator.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computational resources.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generated data quality can be difficult.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C28FC14-8B24-6DD6-462A-1AF4FAB2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" y="45119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94718DA-A3C4-A040-9ED7-CDFBD4AF0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818" y="59401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16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E609-3735-6BCA-9524-9816EC210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688" y="747459"/>
            <a:ext cx="9144000" cy="60585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A15BB-B586-B8EE-6AB7-526301819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09928"/>
            <a:ext cx="9144000" cy="26974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are used in: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generation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synthesis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 and creative design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Image-to-image translation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</a:t>
            </a:r>
          </a:p>
          <a:p>
            <a:pPr algn="just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70BEF9A-DD33-3AC4-621D-826254C82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50" y="45319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558E2FD-4E14-7C66-2ACD-24355BE4B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514" y="5931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84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B831-723C-4D7C-AFDA-DBE671A2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671C-AFB4-DBE1-C454-3A45460D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realistic synthetic data.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learn complex data distributions.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large amounts of realistic data are required.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many image-generation and transformation tasks.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7949D67-CA37-0F1A-6694-29055488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85" y="502571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8F9CDC9-AD01-E910-008E-213209B0F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012" y="502571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8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9D96-0419-E708-E8AC-C47A17CE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3789-BF3A-83C5-F6B5-1C8E7BCE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use two competing networks: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and Discriminator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 helps the Generator produce realistic synthetic data.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have important applications in image generation, enhancement, and data augmentation.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training instability and mode collapse remain major challenges.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85B2DF2-D7C0-354C-BEB8-65B91FF3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56" y="36512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ABE33ED-3DC5-4E50-F40C-4D7CA25BD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822" y="504477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67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C149-C70E-9312-CE08-2B547069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FC3E-452C-4EA1-D61B-C096E62B7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Al-Yaari, A. (2026).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Networks: A Comprehensive Survey.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Iqbal, K.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and Challenges in the Development of Generative Adversarial Networks.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Remtulla, R.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of Current Generative Adversarial Neural Networks.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P.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Networks (GANs).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Multimedia Tools and Applications.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6C757E4-3D10-9A5E-1389-07506DA46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00" y="36512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CC7D048-0F66-51BB-2780-13B261E91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26" y="563563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2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346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Technical Presentation  Title: Generative Adversarial Networks (GANs)</vt:lpstr>
      <vt:lpstr>INTRODUCTION</vt:lpstr>
      <vt:lpstr>GENERATOR</vt:lpstr>
      <vt:lpstr>DISCRIMINATOR</vt:lpstr>
      <vt:lpstr>MAJOR CHALLENGES</vt:lpstr>
      <vt:lpstr>PRACTICAL APPLICATIONS</vt:lpstr>
      <vt:lpstr>                               ADVANTAGES</vt:lpstr>
      <vt:lpstr>                                CONCLUSION</vt:lpstr>
      <vt:lpstr>                              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Kumaran M</dc:creator>
  <cp:lastModifiedBy>Kumaran M</cp:lastModifiedBy>
  <cp:revision>1</cp:revision>
  <dcterms:created xsi:type="dcterms:W3CDTF">2026-08-26T14:56:34Z</dcterms:created>
  <dcterms:modified xsi:type="dcterms:W3CDTF">2026-08-26T15:25:51Z</dcterms:modified>
</cp:coreProperties>
</file>